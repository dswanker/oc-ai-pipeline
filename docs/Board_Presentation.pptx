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</a:rPr>
              <a:t>OpenClinica AI Pipeline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</a:rPr>
              <a:t>Automated Study Build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04040"/>
                </a:solidFill>
              </a:rPr>
              <a:t>Architecture Overview &amp;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200400" cy="320040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20040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834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</a:rPr>
              <a:t>Required: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Protocol PDF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OC Subdomain
</a:t>
            </a:r>
            <a:pPr indent="0" marL="0">
              <a:buNone/>
            </a:pPr>
            <a:r>
              <a:rPr lang="en-US" sz="1200" b="1" dirty="0">
                <a:solidFill>
                  <a:srgbClr val="404040"/>
                </a:solidFill>
              </a:rPr>
              <a:t>Optional: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DVS Input File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Convention Questions
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• Customer Requirements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0" y="1554480"/>
            <a:ext cx="2286000" cy="548640"/>
          </a:xfrm>
          <a:prstGeom prst="round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554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Protocol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2121408"/>
            <a:ext cx="274320" cy="146304"/>
          </a:xfrm>
          <a:prstGeom prst="downArrow">
            <a:avLst/>
          </a:prstGeom>
          <a:solidFill>
            <a:srgbClr val="404040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0" y="2286000"/>
            <a:ext cx="2286000" cy="548640"/>
          </a:xfrm>
          <a:prstGeom prst="round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EDC Structure 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852928"/>
            <a:ext cx="274320" cy="146304"/>
          </a:xfrm>
          <a:prstGeom prst="downArrow">
            <a:avLst/>
          </a:prstGeom>
          <a:solidFill>
            <a:srgbClr val="404040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3017520"/>
            <a:ext cx="2286000" cy="548640"/>
          </a:xfrm>
          <a:prstGeom prst="round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XLSForm Builder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584448"/>
            <a:ext cx="274320" cy="146304"/>
          </a:xfrm>
          <a:prstGeom prst="downArrow">
            <a:avLst/>
          </a:prstGeom>
          <a:solidFill>
            <a:srgbClr val="404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3749040"/>
            <a:ext cx="2286000" cy="548640"/>
          </a:xfrm>
          <a:prstGeom prst="round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3749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DVS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4315968"/>
            <a:ext cx="274320" cy="146304"/>
          </a:xfrm>
          <a:prstGeom prst="downArrow">
            <a:avLst/>
          </a:prstGeom>
          <a:solidFill>
            <a:srgbClr val="404040"/>
          </a:solidFill>
          <a:ln/>
        </p:spPr>
      </p:sp>
      <p:sp>
        <p:nvSpPr>
          <p:cNvPr id="19" name="Shape 17"/>
          <p:cNvSpPr/>
          <p:nvPr/>
        </p:nvSpPr>
        <p:spPr>
          <a:xfrm>
            <a:off x="3931920" y="4480560"/>
            <a:ext cx="2286000" cy="548640"/>
          </a:xfrm>
          <a:prstGeom prst="roundRect">
            <a:avLst/>
          </a:prstGeom>
          <a:solidFill>
            <a:srgbClr val="70AD47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4480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Study Creation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5047488"/>
            <a:ext cx="274320" cy="146304"/>
          </a:xfrm>
          <a:prstGeom prst="downArrow">
            <a:avLst/>
          </a:prstGeom>
          <a:solidFill>
            <a:srgbClr val="404040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5212080"/>
            <a:ext cx="2286000" cy="548640"/>
          </a:xfrm>
          <a:prstGeom prst="roundRect">
            <a:avLst/>
          </a:prstGeom>
          <a:solidFill>
            <a:srgbClr val="70AD47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Form Publishing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AI WORKFLOW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1554480"/>
            <a:ext cx="4846320" cy="3200400"/>
          </a:xfrm>
          <a:prstGeom prst="roundRect">
            <a:avLst/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645920"/>
            <a:ext cx="4846320" cy="36576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</a:rPr>
              <a:t>✓ EDC Build ZIP (XLSForms + structure)
✓ DVS Specification XLSX
✓ Build Preview PDF (visual render)
✓ Pricing Quote (PDF + XLSX)
✓ Protocol Summary
✓ Study UUID (OC Test environment)
✓ Study OID (published)
✓ UAT Test Data (ODM import)
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10972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54406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</a:rPr>
              <a:t>AI: 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Claude Opus 4.7 (Anthropic API)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97480" y="54406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</a:rPr>
              <a:t>Backend: 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Python 3.10+ • FastAPI • Playwright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54406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</a:rPr>
              <a:t>Integration: 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Monday.com • OpenClinica 4 REST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54406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</a:rPr>
              <a:t>Deployment: 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Railway.app • GitHub Actions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54406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472C4"/>
                </a:solidFill>
              </a:rPr>
              <a:t>Libraries: 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oc-uat-runner • openpyxl • pypdf • pyxform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5029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0AD47"/>
                </a:solidFill>
              </a:rPr>
              <a:t>Current Accuracy: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0AD47"/>
                </a:solidFill>
              </a:rPr>
              <a:t>24-26%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0" y="5669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Target Q3 2026: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04040"/>
                </a:solidFill>
              </a:rPr>
              <a:t>50%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</a:rPr>
              <a:t>OpenClinica LLC | Confidential &amp; Proprietary |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Pipeline Architecture</dc:title>
  <dc:subject>Board Presentation</dc:subject>
  <dc:creator>OpenClinica LLC</dc:creator>
  <cp:lastModifiedBy>OpenClinica LLC</cp:lastModifiedBy>
  <cp:revision>1</cp:revision>
  <dcterms:created xsi:type="dcterms:W3CDTF">2026-05-20T03:51:01Z</dcterms:created>
  <dcterms:modified xsi:type="dcterms:W3CDTF">2026-05-20T03:51:01Z</dcterms:modified>
</cp:coreProperties>
</file>